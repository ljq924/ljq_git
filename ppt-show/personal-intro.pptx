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A6CA"/>
                </a:solidFill>
                <a:latin typeface="Space Mono"/>
              </a:defRPr>
            </a:pPr>
            <a:r>
              <a:t>COMPUTER SCIENCE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EDCF4"/>
                </a:solidFill>
                <a:latin typeface="Tektur"/>
              </a:defRPr>
            </a:pPr>
            <a:r>
              <a:t>HELLO</a:t>
            </a:r>
            <a:br/>
            <a:r>
              <a:t>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3891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CC"/>
                </a:solidFill>
                <a:latin typeface="Chakra Petch"/>
              </a:defRPr>
            </a:pPr>
            <a:r>
              <a:t>热爱编程，探索技术的无限可能。</a:t>
            </a:r>
            <a:br/>
            <a:r>
              <a:t>从算法到全栈，用代码构建未来。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669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D03F"/>
                </a:solidFill>
                <a:latin typeface="Space Mono"/>
              </a:defRPr>
            </a:pPr>
            <a:r>
              <a:t>FULL-STACK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669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D03F"/>
                </a:solidFill>
                <a:latin typeface="Space Mono"/>
              </a:defRPr>
            </a:pPr>
            <a:r>
              <a:t>OPEN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669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D03F"/>
                </a:solidFill>
                <a:latin typeface="Space Mono"/>
              </a:defRPr>
            </a:pPr>
            <a:r>
              <a:t>AI EXPLORER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A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D03F"/>
                </a:solidFill>
                <a:latin typeface="Space Mono"/>
              </a:defRPr>
            </a:pPr>
            <a:r>
              <a:t>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B3D"/>
                </a:solidFill>
                <a:latin typeface="Tektur"/>
              </a:defRPr>
            </a:pPr>
            <a:r>
              <a:t>关于我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55"/>
                </a:solidFill>
                <a:latin typeface="Chakra Petch"/>
              </a:defRPr>
            </a:pPr>
            <a:r>
              <a:t>一名计算机科学专业在读学生，对软件开发和人工智能充满热情。喜欢用技术解决实际问题，相信代码可以改变世界。</a:t>
            </a:r>
            <a:br/>
            <a:br/>
            <a:r>
              <a:t>在课余时间积极参与开源项目和技术社区，不断学习新技术，追求成为全栈开发工程师。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114800" cy="4114800"/>
          </a:xfrm>
          <a:prstGeom prst="rect">
            <a:avLst/>
          </a:prstGeom>
          <a:solidFill>
            <a:srgbClr val="0F1B3D"/>
          </a:solidFill>
          <a:ln w="50800">
            <a:solidFill>
              <a:srgbClr val="F4D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5EDCF4"/>
                </a:solidFill>
                <a:latin typeface="Tektur"/>
              </a:defRPr>
            </a:pPr>
            <a:r>
              <a:t>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6CA"/>
                </a:solidFill>
                <a:latin typeface="Space Mono"/>
              </a:defRPr>
            </a:pPr>
            <a:r>
              <a:t>CS Student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D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3D"/>
                </a:solidFill>
                <a:latin typeface="Space Mono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B3D"/>
                </a:solidFill>
                <a:latin typeface="Tektur"/>
              </a:defRPr>
            </a:pPr>
            <a:r>
              <a:t>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560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B3D"/>
                </a:solidFill>
                <a:latin typeface="Tektur"/>
              </a:defRPr>
            </a:pPr>
            <a:r>
              <a:t>前端开发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77"/>
                </a:solidFill>
                <a:latin typeface="Chakra Petch"/>
              </a:defRPr>
            </a:pPr>
            <a:r>
              <a:t>React / Vue / TypeScript</a:t>
            </a:r>
            <a:br/>
            <a:r>
              <a:t>HTML5 / CSS3 / Tailwind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011680"/>
            <a:ext cx="2560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B3D"/>
                </a:solidFill>
                <a:latin typeface="Tektur"/>
              </a:defRPr>
            </a:pPr>
            <a:r>
              <a:t>后端开发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77"/>
                </a:solidFill>
                <a:latin typeface="Chakra Petch"/>
              </a:defRPr>
            </a:pPr>
            <a:r>
              <a:t>Node.js / Python / Java</a:t>
            </a:r>
            <a:br/>
            <a:r>
              <a:t>Spring Boot / Express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2560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B3D"/>
                </a:solidFill>
                <a:latin typeface="Tektur"/>
              </a:defRPr>
            </a:pPr>
            <a:r>
              <a:t>AI /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77"/>
                </a:solidFill>
                <a:latin typeface="Chakra Petch"/>
              </a:defRPr>
            </a:pPr>
            <a:r>
              <a:t>PyTorch / TensorFlow</a:t>
            </a:r>
            <a:br/>
            <a:r>
              <a:t>NLP / CV /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011680"/>
            <a:ext cx="2560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B3D"/>
                </a:solidFill>
                <a:latin typeface="Tektur"/>
              </a:defRPr>
            </a:pPr>
            <a:r>
              <a:t>工具 &amp; 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77"/>
                </a:solidFill>
                <a:latin typeface="Chakra Petch"/>
              </a:defRPr>
            </a:pPr>
            <a:r>
              <a:t>Git / Docker / Linux</a:t>
            </a:r>
            <a:br/>
            <a:r>
              <a:t>CI/CD /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4D03F"/>
                </a:solidFill>
                <a:latin typeface="Space Mono"/>
              </a:defRPr>
            </a:pPr>
            <a:r>
              <a:t>SKILL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5EDCF4"/>
                </a:solidFill>
                <a:latin typeface="Tektur"/>
              </a:defRPr>
            </a:pPr>
            <a:r>
              <a:t>技能熟练度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651760"/>
            <a:ext cx="1371600" cy="3291840"/>
          </a:xfrm>
          <a:prstGeom prst="rect">
            <a:avLst/>
          </a:prstGeom>
          <a:solidFill>
            <a:srgbClr val="5E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D03F"/>
                </a:solidFill>
                <a:latin typeface="Space Mono"/>
              </a:defRPr>
            </a:pPr>
            <a: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Space Mono"/>
              </a:defRPr>
            </a:pPr>
            <a:r>
              <a:t>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2834640"/>
            <a:ext cx="1371600" cy="3108960"/>
          </a:xfrm>
          <a:prstGeom prst="rect">
            <a:avLst/>
          </a:prstGeom>
          <a:solidFill>
            <a:srgbClr val="F0A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D03F"/>
                </a:solidFill>
                <a:latin typeface="Space Mono"/>
              </a:defRPr>
            </a:pPr>
            <a:r>
              <a:t>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6035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Space Mono"/>
              </a:defRPr>
            </a:pPr>
            <a:r>
              <a:t>JavaScript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3090672"/>
            <a:ext cx="1371600" cy="2852928"/>
          </a:xfrm>
          <a:prstGeom prst="rect">
            <a:avLst/>
          </a:prstGeom>
          <a:solidFill>
            <a:srgbClr val="F4D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63347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D03F"/>
                </a:solidFill>
                <a:latin typeface="Space Mono"/>
              </a:defRPr>
            </a:pPr>
            <a:r>
              <a:t>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6035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Space Mono"/>
              </a:defRPr>
            </a:pPr>
            <a:r>
              <a:t>React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3310128"/>
            <a:ext cx="1371600" cy="2633472"/>
          </a:xfrm>
          <a:prstGeom prst="rect">
            <a:avLst/>
          </a:prstGeom>
          <a:solidFill>
            <a:srgbClr val="5E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8529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D03F"/>
                </a:solidFill>
                <a:latin typeface="Space Mono"/>
              </a:defRPr>
            </a:pPr>
            <a:r>
              <a:t>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6035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Space Mono"/>
              </a:defRPr>
            </a:pPr>
            <a:r>
              <a:t>Java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3566160"/>
            <a:ext cx="1371600" cy="2377440"/>
          </a:xfrm>
          <a:prstGeom prst="rect">
            <a:avLst/>
          </a:prstGeom>
          <a:solidFill>
            <a:srgbClr val="F0A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3108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D03F"/>
                </a:solidFill>
                <a:latin typeface="Space Mono"/>
              </a:defRPr>
            </a:pPr>
            <a:r>
              <a:t>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035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Space Mono"/>
              </a:defRPr>
            </a:pPr>
            <a:r>
              <a:t>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A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3D"/>
                </a:solidFill>
                <a:latin typeface="Space Mono"/>
              </a:defRPr>
            </a:pPr>
            <a:r>
              <a:t>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8229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B3D"/>
                </a:solidFill>
                <a:latin typeface="Tektur"/>
              </a:defRPr>
            </a:pPr>
            <a:r>
              <a:t>成长历程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97280" cy="36576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EDCF4"/>
                </a:solidFill>
                <a:latin typeface="Space Mono"/>
              </a:defRPr>
            </a:pPr>
            <a:r>
              <a:t>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B3D"/>
                </a:solidFill>
                <a:latin typeface="Tektur"/>
              </a:defRPr>
            </a:pPr>
            <a:r>
              <a:t>踏入编程世界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94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55"/>
                </a:solidFill>
                <a:latin typeface="Chakra Petch"/>
              </a:defRPr>
            </a:pPr>
            <a:r>
              <a:t>学习第一门编程语言 C 语言，打开计算机科学的大门。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1097280" cy="36576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EDCF4"/>
                </a:solidFill>
                <a:latin typeface="Space Mono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9260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B3D"/>
                </a:solidFill>
                <a:latin typeface="Tektur"/>
              </a:defRPr>
            </a:pPr>
            <a:r>
              <a:t>全栈探索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3832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55"/>
                </a:solidFill>
                <a:latin typeface="Chakra Petch"/>
              </a:defRPr>
            </a:pPr>
            <a:r>
              <a:t>深入学习 Web 开发，掌握前后端技术栈，完成首个完整项目。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06240"/>
            <a:ext cx="1097280" cy="36576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EDCF4"/>
                </a:solidFill>
                <a:latin typeface="Space Mono"/>
              </a:defRPr>
            </a:pPr>
            <a: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B3D"/>
                </a:solidFill>
                <a:latin typeface="Tektur"/>
              </a:defRPr>
            </a:pPr>
            <a:r>
              <a:t>AI 深入研究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55"/>
                </a:solidFill>
                <a:latin typeface="Chakra Petch"/>
              </a:defRPr>
            </a:pPr>
            <a:r>
              <a:t>接触机器学习与深度学习，参与 AI 相关竞赛与科研项目。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94960"/>
            <a:ext cx="1097280" cy="36576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EDCF4"/>
                </a:solidFill>
                <a:latin typeface="Space Mono"/>
              </a:defRPr>
            </a:pPr>
            <a: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B3D"/>
                </a:solidFill>
                <a:latin typeface="Tektur"/>
              </a:defRPr>
            </a:pPr>
            <a:r>
              <a:t>开源 &amp; 实习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55"/>
                </a:solidFill>
                <a:latin typeface="Chakra Petch"/>
              </a:defRPr>
            </a:pPr>
            <a:r>
              <a:t>贡献开源项目，积累工程经验，向专业开发者迈进。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4D03F"/>
                </a:solidFill>
                <a:latin typeface="Space Mono"/>
              </a:defRPr>
            </a:pPr>
            <a:r>
              <a:t>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8229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5EDCF4"/>
                </a:solidFill>
                <a:latin typeface="Tektur"/>
              </a:defRPr>
            </a:pPr>
            <a:r>
              <a:t>数据一览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2286000" cy="3200400"/>
          </a:xfrm>
          <a:prstGeom prst="rect">
            <a:avLst/>
          </a:prstGeom>
          <a:solidFill>
            <a:srgbClr val="122244"/>
          </a:solidFill>
          <a:ln w="25400">
            <a:solidFill>
              <a:srgbClr val="5ED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EDCF4"/>
                </a:solidFill>
                <a:latin typeface="Tektur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A6CA"/>
                </a:solidFill>
                <a:latin typeface="Space Mono"/>
              </a:defRPr>
            </a:pPr>
            <a:r>
              <a:t>完成项目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286000"/>
            <a:ext cx="2286000" cy="3200400"/>
          </a:xfrm>
          <a:prstGeom prst="rect">
            <a:avLst/>
          </a:prstGeom>
          <a:solidFill>
            <a:srgbClr val="122244"/>
          </a:solidFill>
          <a:ln w="25400">
            <a:solidFill>
              <a:srgbClr val="5ED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EDCF4"/>
                </a:solidFill>
                <a:latin typeface="Tektur"/>
              </a:defRPr>
            </a:pPr>
            <a:r>
              <a:t>500+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A6CA"/>
                </a:solidFill>
                <a:latin typeface="Space Mono"/>
              </a:defRPr>
            </a:pPr>
            <a:r>
              <a:t>GitHub Commits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2286000" cy="3200400"/>
          </a:xfrm>
          <a:prstGeom prst="rect">
            <a:avLst/>
          </a:prstGeom>
          <a:solidFill>
            <a:srgbClr val="122244"/>
          </a:solidFill>
          <a:ln w="25400">
            <a:solidFill>
              <a:srgbClr val="5ED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EDCF4"/>
                </a:solidFill>
                <a:latin typeface="Tektur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A6CA"/>
                </a:solidFill>
                <a:latin typeface="Space Mono"/>
              </a:defRPr>
            </a:pPr>
            <a:r>
              <a:t>竞赛获奖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286000"/>
            <a:ext cx="2286000" cy="3200400"/>
          </a:xfrm>
          <a:prstGeom prst="rect">
            <a:avLst/>
          </a:prstGeom>
          <a:solidFill>
            <a:srgbClr val="122244"/>
          </a:solidFill>
          <a:ln w="25400">
            <a:solidFill>
              <a:srgbClr val="5ED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EDCF4"/>
                </a:solidFill>
                <a:latin typeface="Tektur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A6CA"/>
                </a:solidFill>
                <a:latin typeface="Space Mono"/>
              </a:defRPr>
            </a:pPr>
            <a:r>
              <a:t>掌握语言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D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F1B3D"/>
                </a:solidFill>
                <a:latin typeface="Chakra Petch"/>
              </a:defRPr>
            </a:pPr>
            <a:r>
              <a:t>" Talk is cheap.</a:t>
            </a:r>
            <a:br/>
            <a:r>
              <a:t>Show me the code. "</a:t>
            </a:r>
            <a:br/>
            <a:br/>
            <a:r>
              <a:t>代码是程序员最好的语言，每一行都在诉说对世界的理解与重塑。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4754880"/>
            <a:ext cx="1828800" cy="73152"/>
          </a:xfrm>
          <a:prstGeom prst="rect">
            <a:avLst/>
          </a:prstGeom>
          <a:solidFill>
            <a:srgbClr val="F4D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77"/>
                </a:solidFill>
                <a:latin typeface="Space Mono"/>
              </a:defRPr>
            </a:pPr>
            <a:r>
              <a:t>— Linus Torvalds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D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A6CA"/>
                </a:solidFill>
                <a:latin typeface="Space Mono"/>
              </a:defRPr>
            </a:pPr>
            <a:r>
              <a:t>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8229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B3D"/>
                </a:solidFill>
                <a:latin typeface="Tektur"/>
              </a:defRPr>
            </a:pPr>
            <a:r>
              <a:t>项目展示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474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B3D"/>
                </a:solidFill>
                <a:latin typeface="Tektur"/>
              </a:defRPr>
            </a:pPr>
            <a:r>
              <a:t>智能聊天助手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Space Mono"/>
              </a:defRPr>
            </a:pPr>
            <a:r>
              <a:t>Python / LLM /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hakra Petch"/>
              </a:defRPr>
            </a:pPr>
            <a:r>
              <a:t>基于大语言模型的智能对话系统，支持多轮对话与知识库检索。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3D"/>
                </a:solidFill>
                <a:latin typeface="Space Mono"/>
              </a:defRPr>
            </a:pPr>
            <a:r>
              <a:t>AI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011680"/>
            <a:ext cx="3474720" cy="4114800"/>
          </a:xfrm>
          <a:prstGeom prst="rect">
            <a:avLst/>
          </a:prstGeom>
          <a:solidFill>
            <a:srgbClr val="0F1B3D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D03F"/>
                </a:solidFill>
                <a:latin typeface="Tektur"/>
              </a:defRPr>
            </a:pPr>
            <a:r>
              <a:t>全栈电商平台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EDCF4"/>
                </a:solidFill>
                <a:latin typeface="Space Mono"/>
              </a:defRPr>
            </a:pPr>
            <a:r>
              <a:t>React / Node.js /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Chakra Petch"/>
              </a:defRPr>
            </a:pPr>
            <a:r>
              <a:t>完整的电商系统，包含用户认证、商品管理、支付集成和订单追踪。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A6CA"/>
                </a:solidFill>
                <a:latin typeface="Space Mono"/>
              </a:defRPr>
            </a:pPr>
            <a:r>
              <a:t>Full-Stack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011680"/>
            <a:ext cx="3474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B3D"/>
                </a:solidFill>
                <a:latin typeface="Tektur"/>
              </a:defRPr>
            </a:pPr>
            <a:r>
              <a:t>数据可视化面板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Space Mono"/>
              </a:defRPr>
            </a:pPr>
            <a:r>
              <a:t>Vue / D3.js / ECharts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hakra Petch"/>
              </a:defRPr>
            </a:pPr>
            <a:r>
              <a:t>实时数据监控仪表盘，支持自定义图表和动态数据源接入。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3D"/>
                </a:solidFill>
                <a:latin typeface="Space Mono"/>
              </a:defRPr>
            </a:pPr>
            <a:r>
              <a:t>Data Viz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5EDCF4"/>
                </a:solidFill>
                <a:latin typeface="Tektur"/>
              </a:defRPr>
            </a:pPr>
            <a:r>
              <a:t>LET'S</a:t>
            </a:r>
            <a:br/>
            <a:r>
              <a:t>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4747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CC"/>
                </a:solidFill>
                <a:latin typeface="Chakra Petch"/>
              </a:defRPr>
            </a:pPr>
            <a:r>
              <a:t>期待与志同道合的伙伴交流合作，一起用代码创造更多可能。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EDCF4"/>
                </a:solidFill>
                <a:latin typeface="Tektur"/>
              </a:defRPr>
            </a:pPr>
            <a:r>
              <a:t>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A6CA"/>
                </a:solidFill>
                <a:latin typeface="Tektur"/>
              </a:defRPr>
            </a:pPr>
            <a:r>
              <a:t>Email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A6CA"/>
                </a:solidFill>
                <a:latin typeface="Space Mono"/>
              </a:defRPr>
            </a:pPr>
            <a:r>
              <a:t>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A6CA"/>
                </a:solidFill>
                <a:latin typeface="Space Mono"/>
              </a:defRPr>
            </a:pPr>
            <a:r>
              <a:t>Blog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A6CA"/>
                </a:solidFill>
                <a:latin typeface="Space Mono"/>
              </a:defRPr>
            </a:pPr>
            <a:r>
              <a:t>Resume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